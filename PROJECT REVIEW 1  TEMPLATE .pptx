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>
      <p:cViewPr varScale="1">
        <p:scale>
          <a:sx n="62" d="100"/>
          <a:sy n="62" d="100"/>
        </p:scale>
        <p:origin x="316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20-08-2026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20-08-2026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20-08-2026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20-08-2026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20-08-2026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20-08-2026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  <a:t>Distributed Video Anomaly Detection in Large-Scale Surveillance Systems Using HDFS and Cluster-Visualized Federated CNN–LSTM Models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S. </a:t>
            </a:r>
            <a:r>
              <a:rPr lang="en-US" sz="2400" dirty="0" err="1">
                <a:solidFill>
                  <a:srgbClr val="00B050"/>
                </a:solidFill>
              </a:rPr>
              <a:t>Spandana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282736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YALAMARTY SATHVIKI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2520030059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RAMGARI RAGHUVEER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U. PRANEETH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2520030188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515582"/>
              </p:ext>
            </p:extLst>
          </p:nvPr>
        </p:nvGraphicFramePr>
        <p:xfrm>
          <a:off x="838199" y="1416193"/>
          <a:ext cx="10515600" cy="2364627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YALAMARTY SATHVIKI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Frontend &amp; UI/UX Developer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RAMGARI RAGHUVEER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Backend &amp; Database Developer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66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U. PRANEETH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Integration, Testing &amp; Deployment Lead</a:t>
                      </a:r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FEEB311-D1EE-79AB-9305-FEA32BCD3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23" y="1947932"/>
            <a:ext cx="1116801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 travel involves several disconnected processes, including check-in, boarding-pass access, flight tracking, baggage monitoring, airport navigation, and assistance requests, often causing delays, confusion, and unnecessary dependence on airport counters.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Airline &amp; Airport Mobile App for Passenger Self-Service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proposes a unified mobile platform that brings these essential services together in one seamless application. Passengers can complete digital check-in, select seats, access QR-based boarding passes, track flight and baggage status, receive real-time gate and boarding notifications, navigate airport facilities, and request services such as special assistance. The system combines a user-friendly mobile interface with a secure backend and centralized database to provide personalized and efficient passenger services. By connecting airline and airport services within a single platform, the proposed solution aims to reduce airport congestion, minimize waiting time, improve information accessibility, and enhance the overall passenger experience. The application ultimately provides a smarter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“booking-to-boarding” digital journey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demonstrating how self-service technology can make modern air travel more convenient, connected, and efficient.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9547F4-B1A8-73C4-51AC-3962F8928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729" y="1857155"/>
            <a:ext cx="10326541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E9595E-5371-ED5D-2FED-12C099195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15719" y="1825625"/>
            <a:ext cx="9560561" cy="4351338"/>
          </a:xfrm>
        </p:spPr>
      </p:pic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ECB649-E1F7-AD6A-39EE-6E3CB681D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3296" y="1825625"/>
            <a:ext cx="9525407" cy="4351338"/>
          </a:xfrm>
        </p:spPr>
      </p:pic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BCD135-7151-6F64-F53E-F043758A4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21712" y="1825625"/>
            <a:ext cx="9348576" cy="4351338"/>
          </a:xfrm>
        </p:spPr>
      </p:pic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3B8126-4C27-0A4C-99A8-3A1DAABC2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7485" y="1825625"/>
            <a:ext cx="10317030" cy="4351338"/>
          </a:xfrm>
        </p:spPr>
      </p:pic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927B2C-78BC-69F9-ED8D-019F94A4A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0981" y="1825625"/>
            <a:ext cx="9616610" cy="4351338"/>
          </a:xfrm>
        </p:spPr>
      </p:pic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E9360E9-AD12-1E3E-41B1-81F8F2A95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74128" y="1781353"/>
            <a:ext cx="3871175" cy="435133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7BC958-5131-6FC1-4CAB-EC0501686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989" y="1858961"/>
            <a:ext cx="4246798" cy="449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2AA5D6-FB9C-087D-B101-D7F152EEA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50" y="1109339"/>
            <a:ext cx="10383699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8826</TotalTime>
  <Words>326</Words>
  <Application>Microsoft Office PowerPoint</Application>
  <PresentationFormat>Widescreen</PresentationFormat>
  <Paragraphs>71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Distributed Video Anomaly Detection in Large-Scale Surveillance Systems Using HDFS and Cluster-Visualized Federated CNN–LSTM Models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Y SATHVIKI</cp:lastModifiedBy>
  <cp:revision>97</cp:revision>
  <dcterms:created xsi:type="dcterms:W3CDTF">2022-05-20T10:20:31Z</dcterms:created>
  <dcterms:modified xsi:type="dcterms:W3CDTF">2026-08-20T08:25:04Z</dcterms:modified>
</cp:coreProperties>
</file>